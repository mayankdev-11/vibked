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85" d="100"/>
          <a:sy n="85" d="100"/>
        </p:scale>
        <p:origin x="590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{525C4F2B-88F1-45AA-84F4-9E7B62A4141F}TF8a9b5915-b8c7-461e-8cdd-693d48b5e32371f7b7e2_win32-4bf0b9a2ea37</Template>
  <TotalTime>0</TotalTime>
  <Words>422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Basic 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satwikkumar2007@outlook.com</dc:creator>
  <cp:lastModifiedBy>satwikkumar2007@outlook.com</cp:lastModifiedBy>
  <cp:revision>1</cp:revision>
  <dcterms:created xsi:type="dcterms:W3CDTF">2026-09-27T04:33:01Z</dcterms:created>
  <dcterms:modified xsi:type="dcterms:W3CDTF">2026-09-27T04:33:38Z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